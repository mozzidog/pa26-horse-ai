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E0652-DD3F-4B77-AAC8-4A9F7E6B4C9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A5CE9-B369-4DCA-B391-96CB8A8C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24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D8888-CBA0-144C-CDBA-6295EFF5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4826A7-2135-4121-6517-06CD60A4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A6D9D-628D-64B1-5E69-F63F3FEA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DCD18-A23E-B987-55C8-911EB43F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FF76F-E804-3E33-7A04-1109977F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BE69D-8D97-1C4A-FCC0-E54AB2C0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05444F-BE5C-F1C4-7DE6-242ADA509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5C19D-3BD6-75C9-BEBF-03915F1A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BC6C4-9E25-92A9-799A-8227B42D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30254-D903-AFE0-EE65-764AF7B1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91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7A20-8EDD-B238-33B7-3F349DF1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9FD23-677F-95B4-EC97-D65B14F78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48BBF6-A937-CDED-CCAB-24FAF8C1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12FE2-90C4-FDB4-BD27-69878A20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DF7A2-0EC6-9B6D-C961-A44F32FE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75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0B358-8A1C-2553-5AA7-888DFB01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56FAD-7C29-8C37-901D-682A0F7A5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A41119-7A3E-48BB-2FF3-5C603F789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72136-1253-7155-52FD-1601C8D8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503CB-F848-3EB3-0EC9-A584497B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F1E92-B4F4-A1BA-0A00-486C5C59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9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AE711-804F-3CF8-8391-6EC0F14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0A439C-5B47-EFAE-5B81-09D56183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BEE18-A99C-BFD0-FF4B-92D0F3FB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308A33-C473-C137-3D28-D60CA87D6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7362C7-CFA9-DFFD-BECB-B043A1213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CDC385-6CCC-80B3-9F51-94AE09A0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C117E-3855-21E5-9DEE-0CC25D27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C6A2E5-036F-4701-0FCC-B7A30E48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6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95F14-8F17-AE7F-3C6E-11A50748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FCC027-1BDA-826F-65C6-29C9FB9A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4771BE-19F1-EC23-6F67-2DCFDB3E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B00286-DC1F-50AF-32AB-9FE0EE4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8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04B17B-4E78-F5D4-6127-F0A80ACA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7B9E72-8476-F445-6E8E-CB48E42B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2AED9-C0D8-3798-A6D9-9CAAEC4B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5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43CB5-E836-4FBD-A575-EF899CAE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59425-A64A-A13C-573F-7BB0CE32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189508-BA86-1123-114A-CAB599E5C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402AF1-B709-431E-A232-9D2D1502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A7B85D-4324-DFA0-4177-F28219C1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12AFC5-B43F-F8C5-1158-4CD57FFA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1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F6EF-1990-FE0F-9D65-5421457C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F2E12D-D5A6-B565-A89C-5349F92D8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8400D7-5EF6-56C1-6324-E515CF523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C0F4F-FB89-4B79-8842-06DBE422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7FDB2-61E2-B7A3-8F6E-C7D098A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076F6-43A4-C093-4A8A-01457B2A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7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8BFFC-B1AC-66BA-40F9-1639E7A8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0CEB09-9883-6F57-646C-268DF2152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0947B-F8CA-BBA4-CC8A-B10236B4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9F7A8-57E6-E94C-E0A4-55A51AF1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18E3E-7643-E2A4-BDA5-E92BB65F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CA2A60-CC10-1A5E-D29E-0A3CE1B9C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011DF0-059B-2AAF-C532-A229C1F5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E59C5-7B80-5EB7-5AC0-FD387770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2017B-2489-28CF-478B-04F49749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F7EB1B-44D1-6665-69B1-94491141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7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290BCC-C26A-92B8-B35E-9C869FEE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931CD-D02C-C2B8-209C-A0E44F9FF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34173-B8B1-303D-0374-A95A5F695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D6682-63CE-4B0C-803D-BD262BEC54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0CC5E-2607-B86D-47B6-5842CEDC3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5AFB7D-B1DC-15CC-D256-ED66183A9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DemiLight" panose="020B0200000000000000" pitchFamily="50" charset="-127"/>
          <a:ea typeface="Noto Sans KR DemiLight" panose="020B0200000000000000" pitchFamily="50" charset="-127"/>
          <a:cs typeface="ADLaM Display" panose="020F0502020204030204" pitchFamily="2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lq6MznRT5tI?si=5m8FVM2bR0PPjTG8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A96AA-B6D7-B5AB-26C9-A3EBC486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1</a:t>
            </a:r>
            <a:r>
              <a:rPr lang="ko-KR" altLang="en-US" dirty="0"/>
              <a:t>주차 작업 현황 보고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9E4911-65E1-31AA-A480-3B1C7ADE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26.06.29 ~ 26.07.03</a:t>
            </a:r>
          </a:p>
          <a:p>
            <a:r>
              <a:rPr lang="ko-KR" altLang="en-US" dirty="0"/>
              <a:t>김태현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345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AC96B-B8BC-A863-4583-9071AB20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D6AFD-FCCA-2315-847D-2986FBC4C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주제 선정</a:t>
            </a:r>
            <a:endParaRPr lang="en-US" altLang="ko-KR" dirty="0"/>
          </a:p>
          <a:p>
            <a:r>
              <a:rPr lang="ko-KR" altLang="en-US" dirty="0"/>
              <a:t>레퍼런스</a:t>
            </a:r>
            <a:endParaRPr lang="en-US" altLang="ko-KR" dirty="0"/>
          </a:p>
          <a:p>
            <a:r>
              <a:rPr lang="ko-KR" altLang="en-US" dirty="0"/>
              <a:t>기대 효과</a:t>
            </a:r>
            <a:endParaRPr lang="en-US" altLang="ko-KR" dirty="0"/>
          </a:p>
          <a:p>
            <a:r>
              <a:rPr lang="ko-KR" altLang="en-US" dirty="0"/>
              <a:t>작업 계획</a:t>
            </a:r>
            <a:endParaRPr lang="en-US" altLang="ko-KR" dirty="0"/>
          </a:p>
          <a:p>
            <a:r>
              <a:rPr lang="ko-KR" altLang="en-US" dirty="0"/>
              <a:t>현재 진행 상황</a:t>
            </a:r>
          </a:p>
        </p:txBody>
      </p:sp>
    </p:spTree>
    <p:extLst>
      <p:ext uri="{BB962C8B-B14F-4D97-AF65-F5344CB8AC3E}">
        <p14:creationId xmlns:p14="http://schemas.microsoft.com/office/powerpoint/2010/main" val="348207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9B046-7F25-20CC-2EEA-24267014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4F0C55-424D-24BD-BD80-B99642FCA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자연스러운 말</a:t>
            </a:r>
            <a:r>
              <a:rPr lang="en-US" altLang="ko-KR" dirty="0"/>
              <a:t>(</a:t>
            </a:r>
            <a:r>
              <a:rPr lang="ko-KR" altLang="en-US" dirty="0"/>
              <a:t>🐎</a:t>
            </a:r>
            <a:r>
              <a:rPr lang="en-US" altLang="ko-KR" dirty="0"/>
              <a:t>)</a:t>
            </a:r>
            <a:r>
              <a:rPr lang="ko-KR" altLang="en-US" dirty="0"/>
              <a:t> 행동 구현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주요 기능</a:t>
            </a:r>
            <a:endParaRPr lang="en-US" altLang="ko-KR" dirty="0"/>
          </a:p>
          <a:p>
            <a:pPr lvl="1"/>
            <a:r>
              <a:rPr lang="ko-KR" altLang="en-US" dirty="0"/>
              <a:t>플레이어 입력에 반응하되 최종 동작 결정은 말이 수행</a:t>
            </a:r>
            <a:endParaRPr lang="en-US" altLang="ko-KR" dirty="0"/>
          </a:p>
          <a:p>
            <a:pPr lvl="1"/>
            <a:r>
              <a:rPr lang="ko-KR" altLang="en-US" dirty="0"/>
              <a:t>길이 있으면 길을 따라서 자동 이동</a:t>
            </a:r>
            <a:endParaRPr lang="en-US" altLang="ko-KR" dirty="0"/>
          </a:p>
          <a:p>
            <a:pPr lvl="1"/>
            <a:r>
              <a:rPr lang="ko-KR" altLang="en-US" dirty="0"/>
              <a:t>장애물과 만났을 때 점프</a:t>
            </a:r>
            <a:r>
              <a:rPr lang="en-US" altLang="ko-KR" dirty="0"/>
              <a:t>/</a:t>
            </a:r>
            <a:r>
              <a:rPr lang="ko-KR" altLang="en-US" dirty="0"/>
              <a:t>우회 등 적절한 반응 수행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No-goal</a:t>
            </a:r>
          </a:p>
          <a:p>
            <a:pPr lvl="1"/>
            <a:r>
              <a:rPr lang="ko-KR" altLang="en-US" dirty="0"/>
              <a:t>경로 탐색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046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2F23E-9A8E-95C0-C857-A33CAA28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DA006-6B63-1CC3-5351-231645F93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</a:p>
          <a:p>
            <a:pPr lvl="1"/>
            <a:r>
              <a:rPr lang="ko-KR" altLang="en-US" dirty="0"/>
              <a:t>장애물을 만났을 때의 반응</a:t>
            </a:r>
            <a:endParaRPr lang="en-US" altLang="ko-KR" dirty="0"/>
          </a:p>
          <a:p>
            <a:pPr lvl="2"/>
            <a:r>
              <a:rPr lang="ko-KR" altLang="en-US" dirty="0"/>
              <a:t>가능한 경우 뛰어넘기</a:t>
            </a:r>
            <a:r>
              <a:rPr lang="en-US" altLang="ko-KR" dirty="0"/>
              <a:t>/</a:t>
            </a:r>
            <a:r>
              <a:rPr lang="ko-KR" altLang="en-US" dirty="0"/>
              <a:t>선회</a:t>
            </a:r>
            <a:endParaRPr lang="en-US" altLang="ko-KR" dirty="0"/>
          </a:p>
          <a:p>
            <a:pPr lvl="2"/>
            <a:r>
              <a:rPr lang="ko-KR" altLang="en-US" dirty="0"/>
              <a:t>불가능하다면 </a:t>
            </a:r>
            <a:r>
              <a:rPr lang="ko-KR" altLang="en-US" dirty="0" err="1"/>
              <a:t>멈춰서고</a:t>
            </a:r>
            <a:r>
              <a:rPr lang="ko-KR" altLang="en-US" dirty="0"/>
              <a:t> </a:t>
            </a:r>
            <a:r>
              <a:rPr lang="en-US" altLang="ko-KR" dirty="0"/>
              <a:t>Rearing(</a:t>
            </a:r>
            <a:r>
              <a:rPr lang="ko-KR" altLang="en-US" dirty="0"/>
              <a:t>뒷발로 서기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근처에 도로가 있다면 도로 추종</a:t>
            </a:r>
            <a:endParaRPr lang="en-US" altLang="ko-KR" dirty="0"/>
          </a:p>
          <a:p>
            <a:pPr lvl="1"/>
            <a:r>
              <a:rPr lang="ko-KR" altLang="en-US" dirty="0"/>
              <a:t>플레이어 입력에 따라 갈림길 선택 </a:t>
            </a:r>
            <a:r>
              <a:rPr lang="en-US" altLang="ko-KR" dirty="0"/>
              <a:t>/ </a:t>
            </a:r>
            <a:r>
              <a:rPr lang="ko-KR" altLang="en-US" dirty="0"/>
              <a:t>도로 이탈</a:t>
            </a:r>
            <a:endParaRPr lang="en-US" altLang="ko-KR" dirty="0"/>
          </a:p>
          <a:p>
            <a:r>
              <a:rPr lang="en-US" altLang="ko-KR" dirty="0"/>
              <a:t>Movement</a:t>
            </a:r>
          </a:p>
          <a:p>
            <a:pPr lvl="1"/>
            <a:r>
              <a:rPr lang="ko-KR" altLang="en-US" dirty="0"/>
              <a:t>자연스러운 가속과 감속을 포함하는 물리 기반의 움직임</a:t>
            </a:r>
            <a:endParaRPr lang="en-US" altLang="ko-KR" dirty="0"/>
          </a:p>
          <a:p>
            <a:pPr lvl="1"/>
            <a:r>
              <a:rPr lang="ko-KR" altLang="en-US" dirty="0"/>
              <a:t>네 발의 위치를 고려해서 몸통의 회전 계산 </a:t>
            </a:r>
            <a:r>
              <a:rPr lang="en-US" altLang="ko-KR" dirty="0"/>
              <a:t>(</a:t>
            </a:r>
            <a:r>
              <a:rPr lang="ko-KR" altLang="ko-KR" dirty="0" err="1"/>
              <a:t>Suspension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이동 불가능한 경사에서 미끄러짐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832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B93EE-A17F-6ABF-8F10-34EF545F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레퍼런스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5DEF2-9F81-574F-1A4D-8B290A94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hlinkClick r:id="rId2"/>
              </a:rPr>
              <a:t>https://youtu.be/lq6MznRT5tI?si=5m8FVM2bR0PPjTG8</a:t>
            </a:r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416738-A839-491F-1FE5-3D71958C3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114" y="2331160"/>
            <a:ext cx="6879772" cy="38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6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D014F-3DF6-BCBE-E957-B65573C8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F4615-879E-CA33-B479-16ADBCF71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오픈월드 게임에서 장거리 이동 시 조작 피로도 감소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이동 중 풍경 감상 가능</a:t>
            </a:r>
            <a:r>
              <a:rPr lang="en-US" altLang="ko-KR" dirty="0"/>
              <a:t> </a:t>
            </a:r>
            <a:r>
              <a:rPr lang="ko-KR" altLang="en-US" dirty="0"/>
              <a:t>→ 육로 이동의 매력도 증가</a:t>
            </a:r>
            <a:endParaRPr lang="en-US" altLang="ko-KR" dirty="0"/>
          </a:p>
          <a:p>
            <a:pPr lvl="1"/>
            <a:r>
              <a:rPr lang="ko-KR" altLang="en-US" dirty="0"/>
              <a:t>랜덤 인카운터 상황 유도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마상 전투 편의성 증대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818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E7075-A85D-E43C-6720-5B3AB3B5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계획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6C47B35-B7CA-9C28-3805-F821AEBCD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302291"/>
              </p:ext>
            </p:extLst>
          </p:nvPr>
        </p:nvGraphicFramePr>
        <p:xfrm>
          <a:off x="838200" y="1825624"/>
          <a:ext cx="10515601" cy="436790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54025">
                  <a:extLst>
                    <a:ext uri="{9D8B030D-6E8A-4147-A177-3AD203B41FA5}">
                      <a16:colId xmlns:a16="http://schemas.microsoft.com/office/drawing/2014/main" val="349038361"/>
                    </a:ext>
                  </a:extLst>
                </a:gridCol>
                <a:gridCol w="9561576">
                  <a:extLst>
                    <a:ext uri="{9D8B030D-6E8A-4147-A177-3AD203B41FA5}">
                      <a16:colId xmlns:a16="http://schemas.microsoft.com/office/drawing/2014/main" val="4107043562"/>
                    </a:ext>
                  </a:extLst>
                </a:gridCol>
              </a:tblGrid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78784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엔진 준비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테스트를 위한 맵 구성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도로 구현 및 시각화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27795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물리 기반 말의 움직임 </a:t>
                      </a:r>
                      <a:r>
                        <a:rPr lang="en-US" altLang="ko-KR" dirty="0"/>
                        <a:t>&amp; AI </a:t>
                      </a:r>
                      <a:r>
                        <a:rPr lang="ko-KR" altLang="en-US" dirty="0"/>
                        <a:t>프로토타입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939433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말 애니메이션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절벽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언덕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장애물 등과의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우회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정지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89963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플레이어 조작에 대한 반응 및 도로 추종 이동 구현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716880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Steering </a:t>
                      </a:r>
                      <a:r>
                        <a:rPr lang="ko-KR" altLang="en-US" dirty="0"/>
                        <a:t>품질 개선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 속도 별 </a:t>
                      </a:r>
                      <a:r>
                        <a:rPr lang="ko-KR" altLang="en-US" dirty="0" err="1"/>
                        <a:t>조향각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도로 복귀 시의 움직임 등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209165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몸통 기울기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계산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급격한 경사에서의 미끄러짐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86996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다른 </a:t>
                      </a:r>
                      <a:r>
                        <a:rPr lang="en-US" altLang="ko-KR" dirty="0"/>
                        <a:t>NPC </a:t>
                      </a:r>
                      <a:r>
                        <a:rPr lang="ko-KR" altLang="en-US" dirty="0"/>
                        <a:t>등 움직이는 물체와 충돌 회피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성능 지표 설정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측정 및 최적화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89608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폴리싱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001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07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4646D-CB10-8272-208D-32D9D6E0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진행 상황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66BA06-BE83-C9B6-C234-B2CC8EFB63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엔진 준비 ✔</a:t>
            </a:r>
            <a:endParaRPr lang="en-US" altLang="ko-KR" dirty="0"/>
          </a:p>
          <a:p>
            <a:r>
              <a:rPr lang="ko-KR" altLang="en-US" dirty="0"/>
              <a:t>맵 준비 완료 ✔️</a:t>
            </a:r>
            <a:endParaRPr lang="en-US" altLang="ko-KR" dirty="0"/>
          </a:p>
          <a:p>
            <a:r>
              <a:rPr lang="ko-KR" altLang="en-US" dirty="0"/>
              <a:t>도로망 구현 완료 ✔️</a:t>
            </a:r>
            <a:endParaRPr lang="en-US" altLang="ko-KR" dirty="0"/>
          </a:p>
          <a:p>
            <a:pPr lvl="1"/>
            <a:r>
              <a:rPr lang="en-US" altLang="ko-KR" dirty="0"/>
              <a:t>Node</a:t>
            </a:r>
            <a:r>
              <a:rPr lang="ko-KR" altLang="en-US" dirty="0"/>
              <a:t>와 </a:t>
            </a:r>
            <a:r>
              <a:rPr lang="en-US" altLang="ko-KR" dirty="0"/>
              <a:t>Edge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Edge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개 이상의 </a:t>
            </a:r>
            <a:r>
              <a:rPr lang="en-US" altLang="ko-KR" dirty="0"/>
              <a:t>Control Point</a:t>
            </a:r>
            <a:r>
              <a:rPr lang="ko-KR" altLang="en-US" dirty="0"/>
              <a:t>를 가지는 </a:t>
            </a:r>
            <a:r>
              <a:rPr lang="en-US" altLang="ko-KR" dirty="0"/>
              <a:t>Poly-line</a:t>
            </a:r>
          </a:p>
          <a:p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E53E15A9-D1D0-61A8-1036-490C148DC6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690688"/>
            <a:ext cx="5794829" cy="39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9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284</Words>
  <Application>Microsoft Office PowerPoint</Application>
  <PresentationFormat>와이드스크린</PresentationFormat>
  <Paragraphs>65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 DemiLight</vt:lpstr>
      <vt:lpstr>Noto Sans KR Light</vt:lpstr>
      <vt:lpstr>맑은 고딕</vt:lpstr>
      <vt:lpstr>Arial</vt:lpstr>
      <vt:lpstr>Office 테마</vt:lpstr>
      <vt:lpstr>1주차 작업 현황 보고</vt:lpstr>
      <vt:lpstr>목차</vt:lpstr>
      <vt:lpstr>주제 선정</vt:lpstr>
      <vt:lpstr>상세</vt:lpstr>
      <vt:lpstr>레퍼런스</vt:lpstr>
      <vt:lpstr>기대 효과</vt:lpstr>
      <vt:lpstr>작업 계획</vt:lpstr>
      <vt:lpstr>현재 진행 상황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김태현</dc:creator>
  <cp:lastModifiedBy>김태현</cp:lastModifiedBy>
  <cp:revision>14</cp:revision>
  <dcterms:created xsi:type="dcterms:W3CDTF">2026-07-02T06:32:55Z</dcterms:created>
  <dcterms:modified xsi:type="dcterms:W3CDTF">2026-07-03T06:49:03Z</dcterms:modified>
</cp:coreProperties>
</file>